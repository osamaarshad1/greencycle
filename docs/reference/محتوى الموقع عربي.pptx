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6" r:id="rId3"/>
    <p:sldId id="257" r:id="rId4"/>
    <p:sldId id="259" r:id="rId5"/>
    <p:sldId id="258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2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7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FFC47-FFBE-4C41-9D8C-B6A4F6DDA33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6C4E-0D5D-4F4F-BA1D-A97752623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22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FFC47-FFBE-4C41-9D8C-B6A4F6DDA33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6C4E-0D5D-4F4F-BA1D-A97752623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0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FFC47-FFBE-4C41-9D8C-B6A4F6DDA33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6C4E-0D5D-4F4F-BA1D-A97752623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84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FFC47-FFBE-4C41-9D8C-B6A4F6DDA33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6C4E-0D5D-4F4F-BA1D-A97752623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73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FFC47-FFBE-4C41-9D8C-B6A4F6DDA33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6C4E-0D5D-4F4F-BA1D-A97752623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22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FFC47-FFBE-4C41-9D8C-B6A4F6DDA33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6C4E-0D5D-4F4F-BA1D-A97752623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499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FFC47-FFBE-4C41-9D8C-B6A4F6DDA33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6C4E-0D5D-4F4F-BA1D-A97752623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32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FFC47-FFBE-4C41-9D8C-B6A4F6DDA33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6C4E-0D5D-4F4F-BA1D-A97752623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8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FFC47-FFBE-4C41-9D8C-B6A4F6DDA33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6C4E-0D5D-4F4F-BA1D-A97752623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17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FFC47-FFBE-4C41-9D8C-B6A4F6DDA33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6C4E-0D5D-4F4F-BA1D-A97752623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104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FFC47-FFBE-4C41-9D8C-B6A4F6DDA33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E6C4E-0D5D-4F4F-BA1D-A97752623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61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FFC47-FFBE-4C41-9D8C-B6A4F6DDA33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E6C4E-0D5D-4F4F-BA1D-A97752623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15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E4C149-0D06-4ADD-B2E1-0F9D00733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5103"/>
            <a:ext cx="9144000" cy="52077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DBDD51-789B-4181-B6A1-2588EF97A47E}"/>
              </a:ext>
            </a:extLst>
          </p:cNvPr>
          <p:cNvSpPr txBox="1"/>
          <p:nvPr/>
        </p:nvSpPr>
        <p:spPr>
          <a:xfrm>
            <a:off x="2037978" y="825103"/>
            <a:ext cx="735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KW" sz="1400" dirty="0"/>
              <a:t>أهدافنا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2F6F7B-6901-4E1F-A8AD-76C6E38659F5}"/>
              </a:ext>
            </a:extLst>
          </p:cNvPr>
          <p:cNvSpPr txBox="1"/>
          <p:nvPr/>
        </p:nvSpPr>
        <p:spPr>
          <a:xfrm>
            <a:off x="2722283" y="825102"/>
            <a:ext cx="735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KW" sz="1400" dirty="0"/>
              <a:t>الرعاة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6F4E7B-6ED6-47EF-933F-E10A12970E5E}"/>
              </a:ext>
            </a:extLst>
          </p:cNvPr>
          <p:cNvSpPr txBox="1"/>
          <p:nvPr/>
        </p:nvSpPr>
        <p:spPr>
          <a:xfrm>
            <a:off x="3330389" y="828427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KW" sz="1200" dirty="0"/>
              <a:t>الجهات المقدمة للحوافز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1016B6-5E79-4A75-9A2C-B1A3AFE43368}"/>
              </a:ext>
            </a:extLst>
          </p:cNvPr>
          <p:cNvSpPr txBox="1"/>
          <p:nvPr/>
        </p:nvSpPr>
        <p:spPr>
          <a:xfrm>
            <a:off x="4637748" y="849005"/>
            <a:ext cx="1524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KW" sz="1000" dirty="0"/>
              <a:t>قوائم لشركات التدوير والمعالجة</a:t>
            </a:r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0E817-0492-4B82-8C47-7470E0690E15}"/>
              </a:ext>
            </a:extLst>
          </p:cNvPr>
          <p:cNvSpPr txBox="1"/>
          <p:nvPr/>
        </p:nvSpPr>
        <p:spPr>
          <a:xfrm>
            <a:off x="6115421" y="836121"/>
            <a:ext cx="7351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KW" sz="1100" dirty="0"/>
              <a:t>تواصل معنا</a:t>
            </a:r>
            <a:endParaRPr lang="en-US" sz="1100" dirty="0"/>
          </a:p>
        </p:txBody>
      </p:sp>
      <p:sp>
        <p:nvSpPr>
          <p:cNvPr id="10" name="Arrow: Bent-Up 9">
            <a:extLst>
              <a:ext uri="{FF2B5EF4-FFF2-40B4-BE49-F238E27FC236}">
                <a16:creationId xmlns:a16="http://schemas.microsoft.com/office/drawing/2014/main" id="{927E7E33-13CC-4201-A40A-64C0E155BD99}"/>
              </a:ext>
            </a:extLst>
          </p:cNvPr>
          <p:cNvSpPr/>
          <p:nvPr/>
        </p:nvSpPr>
        <p:spPr>
          <a:xfrm rot="10800000">
            <a:off x="573740" y="2061882"/>
            <a:ext cx="624539" cy="3971014"/>
          </a:xfrm>
          <a:prstGeom prst="bentUp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C4C8F-E3BD-4D71-A4F4-D8BCA97FEB1A}"/>
              </a:ext>
            </a:extLst>
          </p:cNvPr>
          <p:cNvSpPr txBox="1"/>
          <p:nvPr/>
        </p:nvSpPr>
        <p:spPr>
          <a:xfrm>
            <a:off x="268941" y="6087385"/>
            <a:ext cx="8761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KW" sz="1400" dirty="0"/>
              <a:t>تعتبر منصة "جرين سايكل" حلقة وصل تربط كل من أصحاب ​​المنازل والشركات المؤسسية مع شركات إعادة التدوير والجهات الراعية والمجتمعات في منصة رقمية واحدة لتوجيه النفايات بأمان إلى أنظمة إعادة الاستخدام وإعادة التدوير والأنظمة الدائرية القائمة على القيمة وحفظ البيئة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0AC60A-EEB5-4F60-8792-354024EE51D7}"/>
              </a:ext>
            </a:extLst>
          </p:cNvPr>
          <p:cNvSpPr txBox="1"/>
          <p:nvPr/>
        </p:nvSpPr>
        <p:spPr>
          <a:xfrm>
            <a:off x="1772019" y="2770444"/>
            <a:ext cx="152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KW" sz="1400" dirty="0"/>
              <a:t>خطوات تسليم النفايات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A11B13-F8BE-48AC-B1F8-5A32A608EB77}"/>
              </a:ext>
            </a:extLst>
          </p:cNvPr>
          <p:cNvSpPr txBox="1"/>
          <p:nvPr/>
        </p:nvSpPr>
        <p:spPr>
          <a:xfrm>
            <a:off x="1828800" y="3501889"/>
            <a:ext cx="2366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KW" sz="1400" dirty="0"/>
              <a:t>تسليم النفايات عبر الأشخاص والمنازل</a:t>
            </a:r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428F02-5BA5-4C28-B580-CEB67AE2FFD7}"/>
              </a:ext>
            </a:extLst>
          </p:cNvPr>
          <p:cNvSpPr txBox="1"/>
          <p:nvPr/>
        </p:nvSpPr>
        <p:spPr>
          <a:xfrm>
            <a:off x="4781176" y="3486944"/>
            <a:ext cx="30599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KW" sz="1400" dirty="0"/>
              <a:t>تسليم النفايات عبر الشركات والمؤسسات والمحلات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F67F73-D336-421E-830F-B60D174EB8BF}"/>
              </a:ext>
            </a:extLst>
          </p:cNvPr>
          <p:cNvSpPr txBox="1"/>
          <p:nvPr/>
        </p:nvSpPr>
        <p:spPr>
          <a:xfrm>
            <a:off x="2112680" y="4093893"/>
            <a:ext cx="14313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KW" sz="1400" dirty="0"/>
              <a:t>رقم الهاتف</a:t>
            </a:r>
            <a:endParaRPr 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6D9BFC-427D-4CE3-B980-2989535B24AE}"/>
              </a:ext>
            </a:extLst>
          </p:cNvPr>
          <p:cNvSpPr txBox="1"/>
          <p:nvPr/>
        </p:nvSpPr>
        <p:spPr>
          <a:xfrm>
            <a:off x="5916711" y="4114813"/>
            <a:ext cx="14313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KW" sz="1400" dirty="0"/>
              <a:t>الاسم الكامل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393A44-663A-49F7-AF42-14E05A0E7B8D}"/>
              </a:ext>
            </a:extLst>
          </p:cNvPr>
          <p:cNvSpPr txBox="1"/>
          <p:nvPr/>
        </p:nvSpPr>
        <p:spPr>
          <a:xfrm>
            <a:off x="5973490" y="4870828"/>
            <a:ext cx="14313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KW" sz="1400" dirty="0"/>
              <a:t>المدينة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855AAE-AB39-4147-9B2E-D5F7AEE13429}"/>
              </a:ext>
            </a:extLst>
          </p:cNvPr>
          <p:cNvSpPr txBox="1"/>
          <p:nvPr/>
        </p:nvSpPr>
        <p:spPr>
          <a:xfrm>
            <a:off x="2175425" y="4833817"/>
            <a:ext cx="14313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KW" sz="1400" dirty="0"/>
              <a:t>البريد الالكتروني</a:t>
            </a: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0DD417-4D1D-42C4-8876-0A76187562E7}"/>
              </a:ext>
            </a:extLst>
          </p:cNvPr>
          <p:cNvSpPr txBox="1"/>
          <p:nvPr/>
        </p:nvSpPr>
        <p:spPr>
          <a:xfrm>
            <a:off x="2256105" y="5548005"/>
            <a:ext cx="14313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KW" sz="1400" dirty="0"/>
              <a:t>نوع النفايات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32739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EA72B4-4695-4786-A15A-0B77AF7B8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2981"/>
            <a:ext cx="9144000" cy="48720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EDE552-BF9D-4020-96C5-A5C6541F3155}"/>
              </a:ext>
            </a:extLst>
          </p:cNvPr>
          <p:cNvSpPr txBox="1"/>
          <p:nvPr/>
        </p:nvSpPr>
        <p:spPr>
          <a:xfrm>
            <a:off x="2348743" y="1803746"/>
            <a:ext cx="14313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KW" sz="1400" dirty="0"/>
              <a:t>ارفاق الصور للنفايات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FA8D7F-761E-46DB-BC83-64A414BE3043}"/>
              </a:ext>
            </a:extLst>
          </p:cNvPr>
          <p:cNvSpPr txBox="1"/>
          <p:nvPr/>
        </p:nvSpPr>
        <p:spPr>
          <a:xfrm>
            <a:off x="2602743" y="2840663"/>
            <a:ext cx="1706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KW" sz="1400" dirty="0"/>
              <a:t>تفاصيل إضافية (اختياري)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C787A5-18BA-4CA3-93F8-4B004B3EFF1F}"/>
              </a:ext>
            </a:extLst>
          </p:cNvPr>
          <p:cNvSpPr txBox="1"/>
          <p:nvPr/>
        </p:nvSpPr>
        <p:spPr>
          <a:xfrm>
            <a:off x="2958353" y="3943322"/>
            <a:ext cx="27043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KW" sz="1400" dirty="0"/>
              <a:t>ادخال رمز </a:t>
            </a:r>
            <a:r>
              <a:rPr lang="en-US" sz="1400" dirty="0"/>
              <a:t>OTP</a:t>
            </a:r>
            <a:r>
              <a:rPr lang="ar-KW" sz="1400" dirty="0"/>
              <a:t> الذي وصل لك عبر الهاتف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B5E2BD-06B9-4CCA-8E9E-698BA59DAEA0}"/>
              </a:ext>
            </a:extLst>
          </p:cNvPr>
          <p:cNvSpPr txBox="1"/>
          <p:nvPr/>
        </p:nvSpPr>
        <p:spPr>
          <a:xfrm>
            <a:off x="3780110" y="4996122"/>
            <a:ext cx="27043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KW" sz="1400" dirty="0"/>
              <a:t>الموافقة على القواعد والشروط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072CD5-354A-4B2D-B5F0-B17FF8C59BE1}"/>
              </a:ext>
            </a:extLst>
          </p:cNvPr>
          <p:cNvSpPr txBox="1"/>
          <p:nvPr/>
        </p:nvSpPr>
        <p:spPr>
          <a:xfrm>
            <a:off x="3460375" y="5557242"/>
            <a:ext cx="2390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KW" sz="1400" dirty="0"/>
              <a:t>ارسال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57358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56B6B9-4941-4CDB-9E60-163C7FC7E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7972"/>
            <a:ext cx="9144000" cy="50220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8B4CF6-A2AD-4ED7-9E36-EC9A36882B3F}"/>
              </a:ext>
            </a:extLst>
          </p:cNvPr>
          <p:cNvSpPr txBox="1"/>
          <p:nvPr/>
        </p:nvSpPr>
        <p:spPr>
          <a:xfrm>
            <a:off x="4628777" y="0"/>
            <a:ext cx="43508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KW" dirty="0"/>
              <a:t>1</a:t>
            </a:r>
          </a:p>
          <a:p>
            <a:pPr algn="r" rtl="1"/>
            <a:r>
              <a:rPr lang="ar-KW" dirty="0"/>
              <a:t>المنصة تخلق فرص تمويلية حديثة في تقديم </a:t>
            </a:r>
            <a:r>
              <a:rPr lang="en-US" dirty="0"/>
              <a:t>حوافز </a:t>
            </a:r>
            <a:r>
              <a:rPr lang="en-US" dirty="0" err="1"/>
              <a:t>مالية</a:t>
            </a:r>
            <a:r>
              <a:rPr lang="ar-KW" dirty="0"/>
              <a:t> متنوعة</a:t>
            </a:r>
            <a:r>
              <a:rPr lang="en-US" dirty="0"/>
              <a:t> </a:t>
            </a:r>
            <a:r>
              <a:rPr lang="en-US" dirty="0" err="1"/>
              <a:t>لتشجيع</a:t>
            </a:r>
            <a:r>
              <a:rPr lang="en-US" dirty="0"/>
              <a:t> </a:t>
            </a:r>
            <a:r>
              <a:rPr lang="en-US" dirty="0" err="1"/>
              <a:t>الجمهور</a:t>
            </a:r>
            <a:r>
              <a:rPr lang="en-US" dirty="0"/>
              <a:t> على </a:t>
            </a:r>
            <a:r>
              <a:rPr lang="en-US" dirty="0" err="1"/>
              <a:t>التخلص</a:t>
            </a:r>
            <a:r>
              <a:rPr lang="en-US" dirty="0"/>
              <a:t> </a:t>
            </a:r>
            <a:r>
              <a:rPr lang="en-US" dirty="0" err="1"/>
              <a:t>السليم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النفايات</a:t>
            </a:r>
            <a:r>
              <a:rPr lang="en-US" dirty="0"/>
              <a:t>. </a:t>
            </a:r>
            <a:r>
              <a:rPr lang="en-US" dirty="0" err="1"/>
              <a:t>يمكن</a:t>
            </a:r>
            <a:r>
              <a:rPr lang="en-US" dirty="0"/>
              <a:t> </a:t>
            </a:r>
            <a:r>
              <a:rPr lang="ar-KW" dirty="0"/>
              <a:t>للمشتركين</a:t>
            </a:r>
            <a:r>
              <a:rPr lang="en-US" dirty="0"/>
              <a:t> الحصول على حوافز متنوعة </a:t>
            </a:r>
            <a:r>
              <a:rPr lang="en-US" dirty="0" err="1"/>
              <a:t>عند</a:t>
            </a:r>
            <a:r>
              <a:rPr lang="en-US" dirty="0"/>
              <a:t> </a:t>
            </a:r>
            <a:r>
              <a:rPr lang="en-US" dirty="0" err="1"/>
              <a:t>التخلص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نفاياتهم</a:t>
            </a:r>
            <a:r>
              <a:rPr lang="en-US" dirty="0"/>
              <a:t>، </a:t>
            </a:r>
            <a:r>
              <a:rPr lang="en-US" dirty="0" err="1"/>
              <a:t>سواءً</a:t>
            </a:r>
            <a:r>
              <a:rPr lang="en-US" dirty="0"/>
              <a:t> بشكل شخصي </a:t>
            </a:r>
            <a:r>
              <a:rPr lang="en-US" dirty="0" err="1"/>
              <a:t>أو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خلال</a:t>
            </a:r>
            <a:r>
              <a:rPr lang="en-US" dirty="0"/>
              <a:t> شركاتهم، </a:t>
            </a:r>
            <a:r>
              <a:rPr lang="en-US" dirty="0" err="1"/>
              <a:t>عبر</a:t>
            </a:r>
            <a:r>
              <a:rPr lang="en-US" dirty="0"/>
              <a:t> منصتنا "</a:t>
            </a:r>
            <a:r>
              <a:rPr lang="en-US" dirty="0" err="1"/>
              <a:t>منصة</a:t>
            </a:r>
            <a:r>
              <a:rPr lang="en-US" dirty="0"/>
              <a:t> </a:t>
            </a:r>
            <a:r>
              <a:rPr lang="ar-KW" dirty="0"/>
              <a:t>جرين</a:t>
            </a:r>
            <a:r>
              <a:rPr lang="en-US" dirty="0"/>
              <a:t> </a:t>
            </a:r>
            <a:r>
              <a:rPr lang="ar-KW" dirty="0"/>
              <a:t>سايكل</a:t>
            </a:r>
            <a:r>
              <a:rPr lang="en-US" dirty="0"/>
              <a:t>".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464ECD-6269-48CF-ACB7-4CAB8FF4BE9A}"/>
              </a:ext>
            </a:extLst>
          </p:cNvPr>
          <p:cNvSpPr txBox="1"/>
          <p:nvPr/>
        </p:nvSpPr>
        <p:spPr>
          <a:xfrm>
            <a:off x="4288119" y="5293107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KW" dirty="0"/>
              <a:t>3</a:t>
            </a:r>
          </a:p>
          <a:p>
            <a:pPr algn="r" rtl="1"/>
            <a:r>
              <a:rPr lang="ar-KW" dirty="0"/>
              <a:t>سنويا </a:t>
            </a:r>
            <a:r>
              <a:rPr lang="en-US" dirty="0" err="1"/>
              <a:t>يتم</a:t>
            </a:r>
            <a:r>
              <a:rPr lang="en-US" dirty="0"/>
              <a:t> </a:t>
            </a:r>
            <a:r>
              <a:rPr lang="en-US" dirty="0" err="1"/>
              <a:t>إرسال</a:t>
            </a:r>
            <a:r>
              <a:rPr lang="en-US" dirty="0"/>
              <a:t> </a:t>
            </a:r>
            <a:r>
              <a:rPr lang="en-US" dirty="0" err="1"/>
              <a:t>أكثر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ar-KW" dirty="0"/>
              <a:t>20</a:t>
            </a:r>
            <a:r>
              <a:rPr lang="en-US" dirty="0"/>
              <a:t> </a:t>
            </a:r>
            <a:r>
              <a:rPr lang="en-US" dirty="0" err="1"/>
              <a:t>مليون</a:t>
            </a:r>
            <a:r>
              <a:rPr lang="en-US" dirty="0"/>
              <a:t> </a:t>
            </a:r>
            <a:r>
              <a:rPr lang="en-US" dirty="0" err="1"/>
              <a:t>طن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النفايات</a:t>
            </a:r>
            <a:r>
              <a:rPr lang="en-US" dirty="0"/>
              <a:t> </a:t>
            </a:r>
            <a:r>
              <a:rPr lang="en-US" dirty="0" err="1"/>
              <a:t>إلى</a:t>
            </a:r>
            <a:r>
              <a:rPr lang="en-US" dirty="0"/>
              <a:t> </a:t>
            </a:r>
            <a:r>
              <a:rPr lang="en-US" dirty="0" err="1"/>
              <a:t>مكبات</a:t>
            </a:r>
            <a:r>
              <a:rPr lang="en-US" dirty="0"/>
              <a:t> </a:t>
            </a:r>
            <a:r>
              <a:rPr lang="en-US" dirty="0" err="1"/>
              <a:t>النفايات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الكويت</a:t>
            </a:r>
            <a:r>
              <a:rPr lang="ar-KW" dirty="0"/>
              <a:t>.</a:t>
            </a:r>
            <a:r>
              <a:rPr lang="en-US" dirty="0"/>
              <a:t> </a:t>
            </a:r>
            <a:r>
              <a:rPr lang="en-US" dirty="0" err="1"/>
              <a:t>بمشاركتكم</a:t>
            </a:r>
            <a:r>
              <a:rPr lang="en-US" dirty="0"/>
              <a:t>، </a:t>
            </a:r>
            <a:r>
              <a:rPr lang="en-US" dirty="0" err="1"/>
              <a:t>يُمكننا</a:t>
            </a:r>
            <a:r>
              <a:rPr lang="en-US" dirty="0"/>
              <a:t> </a:t>
            </a:r>
            <a:r>
              <a:rPr lang="en-US" dirty="0" err="1"/>
              <a:t>خفض</a:t>
            </a:r>
            <a:r>
              <a:rPr lang="en-US" dirty="0"/>
              <a:t> </a:t>
            </a:r>
            <a:r>
              <a:rPr lang="en-US" dirty="0" err="1"/>
              <a:t>كمية</a:t>
            </a:r>
            <a:r>
              <a:rPr lang="en-US" dirty="0"/>
              <a:t> </a:t>
            </a:r>
            <a:r>
              <a:rPr lang="en-US" dirty="0" err="1"/>
              <a:t>النفايات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مكبات</a:t>
            </a:r>
            <a:r>
              <a:rPr lang="en-US" dirty="0"/>
              <a:t> </a:t>
            </a:r>
            <a:r>
              <a:rPr lang="en-US" dirty="0" err="1"/>
              <a:t>الكويت</a:t>
            </a:r>
            <a:r>
              <a:rPr lang="en-US" dirty="0"/>
              <a:t> </a:t>
            </a:r>
            <a:r>
              <a:rPr lang="en-US" dirty="0" err="1"/>
              <a:t>بنسبة</a:t>
            </a:r>
            <a:r>
              <a:rPr lang="en-US" dirty="0"/>
              <a:t> 20% </a:t>
            </a:r>
            <a:r>
              <a:rPr lang="ar-KW" dirty="0"/>
              <a:t> ب</a:t>
            </a:r>
            <a:r>
              <a:rPr lang="en-US" dirty="0" err="1"/>
              <a:t>حلول</a:t>
            </a:r>
            <a:r>
              <a:rPr lang="en-US" dirty="0"/>
              <a:t> </a:t>
            </a:r>
            <a:r>
              <a:rPr lang="en-US" dirty="0" err="1"/>
              <a:t>عام</a:t>
            </a:r>
            <a:r>
              <a:rPr lang="en-US" dirty="0"/>
              <a:t> 2028 </a:t>
            </a:r>
            <a:r>
              <a:rPr lang="en-US" dirty="0" err="1"/>
              <a:t>وبنسبة</a:t>
            </a:r>
            <a:r>
              <a:rPr lang="en-US" dirty="0"/>
              <a:t> 100% </a:t>
            </a:r>
            <a:r>
              <a:rPr lang="ar-KW" dirty="0"/>
              <a:t> </a:t>
            </a:r>
            <a:r>
              <a:rPr lang="en-US" dirty="0" err="1"/>
              <a:t>بحلول</a:t>
            </a:r>
            <a:r>
              <a:rPr lang="en-US" dirty="0"/>
              <a:t> </a:t>
            </a:r>
            <a:r>
              <a:rPr lang="en-US" dirty="0" err="1"/>
              <a:t>عام</a:t>
            </a:r>
            <a:r>
              <a:rPr lang="en-US" dirty="0"/>
              <a:t> 2040</a:t>
            </a:r>
            <a:r>
              <a:rPr lang="ar-KW" dirty="0"/>
              <a:t>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7986E0-45E8-454D-B6AE-719F8A78E334}"/>
              </a:ext>
            </a:extLst>
          </p:cNvPr>
          <p:cNvSpPr txBox="1"/>
          <p:nvPr/>
        </p:nvSpPr>
        <p:spPr>
          <a:xfrm>
            <a:off x="56776" y="5376780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KW" dirty="0"/>
              <a:t>4</a:t>
            </a:r>
          </a:p>
          <a:p>
            <a:pPr algn="r" rtl="1"/>
            <a:r>
              <a:rPr lang="ar-KW" dirty="0"/>
              <a:t>المساهمة في </a:t>
            </a:r>
            <a:r>
              <a:rPr lang="en-US" dirty="0" err="1"/>
              <a:t>تعزيز</a:t>
            </a:r>
            <a:r>
              <a:rPr lang="en-US" dirty="0"/>
              <a:t> </a:t>
            </a:r>
            <a:r>
              <a:rPr lang="en-US" dirty="0" err="1"/>
              <a:t>الوعي</a:t>
            </a:r>
            <a:r>
              <a:rPr lang="en-US" dirty="0"/>
              <a:t> </a:t>
            </a:r>
            <a:r>
              <a:rPr lang="en-US" dirty="0" err="1"/>
              <a:t>بأهمية</a:t>
            </a:r>
            <a:r>
              <a:rPr lang="en-US" dirty="0"/>
              <a:t> </a:t>
            </a:r>
            <a:r>
              <a:rPr lang="en-US" dirty="0" err="1"/>
              <a:t>الحد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النفايات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مكبات</a:t>
            </a:r>
            <a:r>
              <a:rPr lang="en-US" dirty="0"/>
              <a:t> </a:t>
            </a:r>
            <a:r>
              <a:rPr lang="en-US" dirty="0" err="1"/>
              <a:t>الكويت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خلال</a:t>
            </a:r>
            <a:r>
              <a:rPr lang="en-US" dirty="0"/>
              <a:t> </a:t>
            </a:r>
            <a:r>
              <a:rPr lang="en-US" dirty="0" err="1"/>
              <a:t>إصدار</a:t>
            </a:r>
            <a:r>
              <a:rPr lang="en-US" dirty="0"/>
              <a:t> </a:t>
            </a:r>
            <a:r>
              <a:rPr lang="en-US" dirty="0" err="1"/>
              <a:t>شهادة</a:t>
            </a:r>
            <a:r>
              <a:rPr lang="en-US" dirty="0"/>
              <a:t> </a:t>
            </a:r>
            <a:r>
              <a:rPr lang="en-US" dirty="0" err="1"/>
              <a:t>دولية</a:t>
            </a:r>
            <a:r>
              <a:rPr lang="en-US" dirty="0"/>
              <a:t> </a:t>
            </a:r>
            <a:r>
              <a:rPr lang="en-US" dirty="0" err="1"/>
              <a:t>للحفاظ</a:t>
            </a:r>
            <a:r>
              <a:rPr lang="en-US" dirty="0"/>
              <a:t> على </a:t>
            </a:r>
            <a:r>
              <a:rPr lang="en-US" dirty="0" err="1"/>
              <a:t>مكبات</a:t>
            </a:r>
            <a:r>
              <a:rPr lang="en-US" dirty="0"/>
              <a:t> </a:t>
            </a:r>
            <a:r>
              <a:rPr lang="en-US" dirty="0" err="1"/>
              <a:t>النفايات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الكويت</a:t>
            </a:r>
            <a:r>
              <a:rPr lang="en-US" dirty="0"/>
              <a:t> </a:t>
            </a:r>
            <a:r>
              <a:rPr lang="en-US" dirty="0" err="1"/>
              <a:t>لكل</a:t>
            </a:r>
            <a:r>
              <a:rPr lang="en-US" dirty="0"/>
              <a:t> </a:t>
            </a:r>
            <a:r>
              <a:rPr lang="en-US" dirty="0" err="1"/>
              <a:t>فرد</a:t>
            </a:r>
            <a:r>
              <a:rPr lang="en-US" dirty="0"/>
              <a:t> و</a:t>
            </a:r>
            <a:r>
              <a:rPr lang="ar-KW" dirty="0"/>
              <a:t>ولكل </a:t>
            </a:r>
            <a:r>
              <a:rPr lang="en-US" dirty="0" err="1"/>
              <a:t>مؤسسة</a:t>
            </a:r>
            <a:r>
              <a:rPr lang="en-US" dirty="0"/>
              <a:t> </a:t>
            </a:r>
            <a:r>
              <a:rPr lang="en-US" dirty="0" err="1"/>
              <a:t>مشاركة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منص</a:t>
            </a:r>
            <a:r>
              <a:rPr lang="ar-KW" dirty="0"/>
              <a:t>تنا </a:t>
            </a:r>
            <a:r>
              <a:rPr lang="en-US" dirty="0"/>
              <a:t> "</a:t>
            </a:r>
            <a:r>
              <a:rPr lang="ar-KW" dirty="0"/>
              <a:t>جرين سايكل "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03AC1C-E7A6-4B48-8F57-E7E5FD37573A}"/>
              </a:ext>
            </a:extLst>
          </p:cNvPr>
          <p:cNvSpPr txBox="1"/>
          <p:nvPr/>
        </p:nvSpPr>
        <p:spPr>
          <a:xfrm>
            <a:off x="319741" y="4"/>
            <a:ext cx="402515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KW" dirty="0"/>
              <a:t>2</a:t>
            </a:r>
          </a:p>
          <a:p>
            <a:pPr algn="r" rtl="1"/>
            <a:r>
              <a:rPr lang="ar-KW" dirty="0"/>
              <a:t>المساهمة في دعم</a:t>
            </a:r>
            <a:r>
              <a:rPr lang="en-US" dirty="0"/>
              <a:t> </a:t>
            </a:r>
            <a:r>
              <a:rPr lang="en-US" dirty="0" err="1"/>
              <a:t>الشركات</a:t>
            </a:r>
            <a:r>
              <a:rPr lang="en-US" dirty="0"/>
              <a:t> </a:t>
            </a:r>
            <a:r>
              <a:rPr lang="en-US" dirty="0" err="1"/>
              <a:t>الرائدة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تحقيق</a:t>
            </a:r>
            <a:r>
              <a:rPr lang="en-US" dirty="0"/>
              <a:t> </a:t>
            </a:r>
            <a:r>
              <a:rPr lang="en-US" dirty="0" err="1"/>
              <a:t>أهدافها</a:t>
            </a:r>
            <a:r>
              <a:rPr lang="en-US" dirty="0"/>
              <a:t> </a:t>
            </a:r>
            <a:r>
              <a:rPr lang="en-US" dirty="0" err="1"/>
              <a:t>المتعلقة</a:t>
            </a:r>
            <a:r>
              <a:rPr lang="en-US" dirty="0"/>
              <a:t> </a:t>
            </a:r>
            <a:r>
              <a:rPr lang="en-US" dirty="0" err="1"/>
              <a:t>بالمسؤولية</a:t>
            </a:r>
            <a:r>
              <a:rPr lang="en-US" dirty="0"/>
              <a:t> </a:t>
            </a:r>
            <a:r>
              <a:rPr lang="en-US" dirty="0" err="1"/>
              <a:t>الاجتماعية</a:t>
            </a:r>
            <a:r>
              <a:rPr lang="en-US" dirty="0"/>
              <a:t> </a:t>
            </a:r>
            <a:r>
              <a:rPr lang="en-US" dirty="0" err="1"/>
              <a:t>للشركات</a:t>
            </a:r>
            <a:r>
              <a:rPr lang="ar-KW" dirty="0"/>
              <a:t> </a:t>
            </a:r>
            <a:r>
              <a:rPr lang="en-US" dirty="0"/>
              <a:t>CSR</a:t>
            </a:r>
            <a:r>
              <a:rPr lang="ar-KW" dirty="0"/>
              <a:t>. حيث</a:t>
            </a:r>
            <a:r>
              <a:rPr lang="en-US" dirty="0"/>
              <a:t> </a:t>
            </a:r>
            <a:r>
              <a:rPr lang="en-US" dirty="0" err="1"/>
              <a:t>تُساهم</a:t>
            </a:r>
            <a:r>
              <a:rPr lang="en-US" dirty="0"/>
              <a:t> منصتنا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تعزيز</a:t>
            </a:r>
            <a:r>
              <a:rPr lang="en-US" dirty="0"/>
              <a:t> </a:t>
            </a:r>
            <a:r>
              <a:rPr lang="en-US" dirty="0" err="1"/>
              <a:t>هذه</a:t>
            </a:r>
            <a:r>
              <a:rPr lang="en-US" dirty="0"/>
              <a:t> </a:t>
            </a:r>
            <a:r>
              <a:rPr lang="en-US" dirty="0" err="1"/>
              <a:t>المسؤولية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خلال</a:t>
            </a:r>
            <a:r>
              <a:rPr lang="en-US" dirty="0"/>
              <a:t> </a:t>
            </a:r>
            <a:r>
              <a:rPr lang="en-US" dirty="0" err="1"/>
              <a:t>الإحصاءات</a:t>
            </a:r>
            <a:r>
              <a:rPr lang="en-US" dirty="0"/>
              <a:t> </a:t>
            </a:r>
            <a:r>
              <a:rPr lang="en-US" dirty="0" err="1"/>
              <a:t>وتقارير</a:t>
            </a:r>
            <a:r>
              <a:rPr lang="en-US" dirty="0"/>
              <a:t> </a:t>
            </a:r>
            <a:r>
              <a:rPr lang="en-US" dirty="0" err="1"/>
              <a:t>الأداء</a:t>
            </a:r>
            <a:r>
              <a:rPr lang="en-US" dirty="0"/>
              <a:t> </a:t>
            </a:r>
            <a:r>
              <a:rPr lang="en-US" dirty="0" err="1"/>
              <a:t>الخاصة</a:t>
            </a:r>
            <a:r>
              <a:rPr lang="en-US" dirty="0"/>
              <a:t> </a:t>
            </a:r>
            <a:r>
              <a:rPr lang="en-US" dirty="0" err="1"/>
              <a:t>بإدارة</a:t>
            </a:r>
            <a:r>
              <a:rPr lang="en-US" dirty="0"/>
              <a:t> </a:t>
            </a:r>
            <a:r>
              <a:rPr lang="ar-KW" dirty="0"/>
              <a:t>الا</a:t>
            </a:r>
            <a:r>
              <a:rPr lang="en-US" dirty="0" err="1"/>
              <a:t>ستدامة</a:t>
            </a:r>
            <a:r>
              <a:rPr lang="en-US" dirty="0"/>
              <a:t> </a:t>
            </a:r>
            <a:r>
              <a:rPr lang="en-US" dirty="0" err="1"/>
              <a:t>النفايات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5704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878714-BF68-4A65-AA48-52923A412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1537"/>
            <a:ext cx="9144000" cy="51149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852C76-0977-4C93-A5EF-CD1B40D530CB}"/>
              </a:ext>
            </a:extLst>
          </p:cNvPr>
          <p:cNvSpPr txBox="1"/>
          <p:nvPr/>
        </p:nvSpPr>
        <p:spPr>
          <a:xfrm>
            <a:off x="3561229" y="1007722"/>
            <a:ext cx="2021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KW" sz="1200" dirty="0"/>
              <a:t>الرعاة شركاء النجاح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85271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7428E2-B631-4A4B-8151-91EDCC552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965"/>
            <a:ext cx="9144000" cy="51220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853C49-F11C-4492-9BA4-1110D49D35FE}"/>
              </a:ext>
            </a:extLst>
          </p:cNvPr>
          <p:cNvSpPr txBox="1"/>
          <p:nvPr/>
        </p:nvSpPr>
        <p:spPr>
          <a:xfrm>
            <a:off x="2832843" y="1426074"/>
            <a:ext cx="32870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KW" sz="1200" dirty="0"/>
              <a:t>الجهات والقطاعات المقدمة للحوافز وشركاء النجاح معنا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57026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0BC78C-5473-4B83-8C5A-54793394F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2247"/>
            <a:ext cx="9144000" cy="51935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8A8E07-5B5D-4414-8628-2A6CA2715F49}"/>
              </a:ext>
            </a:extLst>
          </p:cNvPr>
          <p:cNvSpPr txBox="1"/>
          <p:nvPr/>
        </p:nvSpPr>
        <p:spPr>
          <a:xfrm>
            <a:off x="2832843" y="1426074"/>
            <a:ext cx="32870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KW" sz="1200" dirty="0"/>
              <a:t>الإعلانات المميزة والمشاركة معنا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33275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8EB62A-AE08-4801-B9B7-A2BC7BF3F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7244"/>
            <a:ext cx="9144000" cy="52435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1B1227-09EA-48DA-8102-B0872218961E}"/>
              </a:ext>
            </a:extLst>
          </p:cNvPr>
          <p:cNvSpPr txBox="1"/>
          <p:nvPr/>
        </p:nvSpPr>
        <p:spPr>
          <a:xfrm>
            <a:off x="2928471" y="1019674"/>
            <a:ext cx="32870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KW" sz="1200" dirty="0"/>
              <a:t>أحدث الاخبار المتعلقة في الاقتصاد الدائري وإدارة النفايات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FF9EF-C6CB-4C07-8D0F-FAC1C82A8E94}"/>
              </a:ext>
            </a:extLst>
          </p:cNvPr>
          <p:cNvSpPr txBox="1"/>
          <p:nvPr/>
        </p:nvSpPr>
        <p:spPr>
          <a:xfrm>
            <a:off x="2928471" y="4130427"/>
            <a:ext cx="32870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KW" sz="1200" dirty="0"/>
              <a:t>تواصل معنا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07931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276</Words>
  <Application>Microsoft Office PowerPoint</Application>
  <PresentationFormat>On-screen Show (4:3)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Salem Mohsen Alajmi</dc:creator>
  <cp:lastModifiedBy>Salem Mohsen Alajmi</cp:lastModifiedBy>
  <cp:revision>6</cp:revision>
  <dcterms:created xsi:type="dcterms:W3CDTF">2026-04-21T14:45:46Z</dcterms:created>
  <dcterms:modified xsi:type="dcterms:W3CDTF">2026-04-21T15:46:46Z</dcterms:modified>
</cp:coreProperties>
</file>